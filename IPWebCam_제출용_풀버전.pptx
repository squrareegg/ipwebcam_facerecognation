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IP WebCam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3946"/>
                </a:solidFill>
                <a:latin typeface="맑은 고딕"/>
              </a:rPr>
              <a:t>안면인식 출입관리 프로그램 — 스마트폰 카메라로 만드는 저비용 얼굴인식 출입통제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별도 하드웨어 없이, IPWebcam 앱으로 스마트폰을 웹캠처럼 활용해 얼굴을 인식하고 출입을 판정하는 개인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맑은 고딕"/>
              </a:rPr>
              <a:t>개인 프로젝트 · 2023.09.04~09.08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맑은 고딕"/>
              </a:rPr>
              <a:t>발표자: 김준우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Table of 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34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문제 정의·모티브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94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주요 기능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54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핵심 구현·데모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788920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34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트러블슈팅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749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794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성과·배운점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2023.09.04~09.08 (4일)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1명(개인)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SqurareEgg/IPWebCam_FaceRecognation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문제 정의 · 모티브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스마트폰을 웹캠처럼 쓸 수 있게 해주는 IPWebcam 앱을 활용해, 별도 하드웨어 없이 저비용으로 얼굴인식 출입관리를 구현해보고 싶었음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📱 스마트폰 IPWebcam 스트리밍 영상 수신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🔓 등록된 얼굴과 비교해 출입 허용/거부 판정 및 기록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874320" cy="457200"/>
          </a:xfrm>
          <a:prstGeom prst="round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43000" y="1737360"/>
            <a:ext cx="874320" cy="457200"/>
          </a:xfrm>
          <a:prstGeom prst="roundRect">
            <a:avLst/>
          </a:prstGeom>
          <a:solidFill>
            <a:srgbClr val="5C3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43000" y="1737360"/>
            <a:ext cx="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OpenCV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4480" y="1737360"/>
            <a:ext cx="1874320" cy="457200"/>
          </a:xfrm>
          <a:prstGeom prst="round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4480" y="1737360"/>
            <a:ext cx="1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face_recognition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왜 이 기술인가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728655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face_recognition 라이브러리 — 직접 얼굴인식 모델을 학습하는 대안도 있었지만, 사전학습 라이브러리로 4일이라는 짧은 기간에 프로토타입을 완성하는 데 적합해 선택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핵심 구현 · 데모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0000"/>
            <a:ext cx="1072865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3946"/>
                </a:solidFill>
                <a:latin typeface="맑은 고딕"/>
              </a:rPr>
              <a:t>등록된 얼굴 encoding과 실시간 스트림 얼굴 간 거리(face_distance)를 계산해 임계값으로 출입을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1206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맑은 고딕"/>
              </a:rPr>
              <a:t>[ 실제 화면 스크린샷 삽입 ]
(출입 판정 결과 화면)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645920"/>
            <a:ext cx="5760720" cy="2743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known = load_known_encodings()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distances = face_distance(known, face_enc)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if len(distances) &gt; 0 and min(distances) &lt; 0.6: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    grant_access()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else: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    deny_access()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57200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맑은 고딕"/>
              </a:rPr>
              <a:t>등록된 얼굴 encoding을 미리 저장, 실시간 스트림의 얼굴과 face_distance()로 거리를 계산해 0.6 미만이면 등록된 인물로 판정.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트러블슈팅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얼굴 2명 이상 동시 인식 시 크래시 발생부터 해결까지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2명 이상 동시 인식 시 크래시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맑은 고딕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NumPy 배열을 `if distances:`로 진위 판정 — 다중요소 배열 진위값 모호 에러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맑은 고딕"/>
              </a:rPr>
              <a:t>해결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`if len(distances) &gt; 0:`로 수정 (커밋 0286723)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성과 · 배운점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3035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4일 만에 동작하는 얼굴인식 출입관리 프로토타입 완성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400" cy="4572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배운점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120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'되는 경우'만이 아니라 '안 되는 경우(예외 상황)'까지 가정하고 방어적으로 코드를 짜는 습관을 들이게 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3946"/>
                </a:solidFill>
                <a:latin typeface="맑은 고딕"/>
              </a:rPr>
              <a:t>GitHub: github.com/SqurareEgg/IPWebCam_FaceRecognation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이메일: kjw5262@naver.com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